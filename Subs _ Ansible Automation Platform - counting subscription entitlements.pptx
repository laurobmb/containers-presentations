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6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9144000" cy="5143500"/>
  <p:notesSz cx="6858000" cy="9144000"/>
  <p:embeddedFontLst>
    <p:embeddedFont>
      <p:font typeface="Overpass SemiBold"/>
      <p:regular r:id="rId6"/>
    </p:embeddedFont>
    <p:embeddedFont>
      <p:font typeface="Lobster"/>
      <p:regular r:id="rId7"/>
      <p:bold r:id="rId7"/>
    </p:embeddedFont>
    <p:embeddedFont>
      <p:font typeface="Overpass Light"/>
      <p:regular r:id="rId8"/>
    </p:embeddedFont>
    <p:embeddedFont>
      <p:font typeface="Noto Sans CJK SC"/>
      <p:regular r:id="rId9"/>
      <p:bold r:id="rId9"/>
      <p:italic r:id="rId9"/>
    </p:embeddedFont>
    <p:embeddedFont>
      <p:font typeface="Noto Sans Devanagari"/>
      <p:regular r:id="rId10"/>
      <p:bold r:id="rId10"/>
      <p:italic r:id="rId10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font" Target="fonts/Font_1_Overpass_SemiBold_Regular.fntdata"/><Relationship Id="rId7" Type="http://schemas.openxmlformats.org/officeDocument/2006/relationships/font" Target="fonts/Font_2_Lobster_Regular.fntdata"/><Relationship Id="rId8" Type="http://schemas.openxmlformats.org/officeDocument/2006/relationships/font" Target="fonts/Font_3_Overpass_Light_Regular.fntdata"/><Relationship Id="rId9" Type="http://schemas.openxmlformats.org/officeDocument/2006/relationships/font" Target="fonts/Font_4_Noto_Sans_CJK_SC_Regular.fntdata"/><Relationship Id="rId10" Type="http://schemas.openxmlformats.org/officeDocument/2006/relationships/font" Target="fonts/Font_5_Noto_Sans_Devanagari_Regular.fntdata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1488BAD-3FFB-4A9B-9CF3-24B29E69762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hyperlink" Target="https://drive.google.com/drive/folders/0B4_--aEEICt8RFpEOEw4MXJPQ2M" TargetMode="External"/><Relationship Id="rId2" Type="http://schemas.openxmlformats.org/officeDocument/2006/relationships/slide" Target="../slides/slide1.xml"/><Relationship Id="rId3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160" cy="342828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Folder: </a:t>
            </a:r>
            <a:r>
              <a:rPr lang="en" sz="1100" b="0" u="sng" strike="noStrike">
                <a:solidFill>
                  <a:schemeClr val="hlink"/>
                </a:solidFill>
                <a:effectLst/>
                <a:uFillTx/>
                <a:latin typeface="Arial"/>
                <a:hlinkClick r:id="rId1"/>
              </a:rPr>
              <a:t>https://drive.google.com/drive/folders/0B4_--aEEICt8RFpEOEw4MXJPQ2M</a:t>
            </a:r>
            <a:r>
              <a:rPr lang="en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3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3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13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5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62760" y="1307880"/>
            <a:ext cx="5649120" cy="119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title text </a:t>
            </a: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" name="Google Shape;36;p4"/>
          <p:cNvPicPr/>
          <p:nvPr/>
        </p:nvPicPr>
        <p:blipFill>
          <a:blip r:embed="rId3"/>
          <a:stretch/>
        </p:blipFill>
        <p:spPr>
          <a:xfrm>
            <a:off x="7580160" y="4653000"/>
            <a:ext cx="1184400" cy="2790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" name="Google Shape;37;p4"/>
          <p:cNvCxnSpPr/>
          <p:nvPr/>
        </p:nvCxnSpPr>
        <p:spPr>
          <a:xfrm flipV="1">
            <a:off x="335520" y="4800600"/>
            <a:ext cx="720" cy="343440"/>
          </a:xfrm>
          <a:prstGeom prst="straightConnector1">
            <a:avLst/>
          </a:prstGeom>
          <a:ln w="9525">
            <a:solidFill>
              <a:srgbClr val="ee0000"/>
            </a:solidFill>
            <a:round/>
          </a:ln>
        </p:spPr>
      </p:cxnSp>
      <p:sp>
        <p:nvSpPr>
          <p:cNvPr id="5" name="PlaceHolder 2"/>
          <p:cNvSpPr>
            <a:spLocks noGrp="1"/>
          </p:cNvSpPr>
          <p:nvPr>
            <p:ph type="sldNum" idx="1"/>
          </p:nvPr>
        </p:nvSpPr>
        <p:spPr>
          <a:xfrm>
            <a:off x="61560" y="4627080"/>
            <a:ext cx="54792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" sz="600" b="0" u="none" strike="noStrike">
                <a:solidFill>
                  <a:srgbClr val="000000"/>
                </a:solidFill>
                <a:effectLst/>
                <a:uFillTx/>
                <a:latin typeface="Overpass SemiBold"/>
                <a:ea typeface="Overpass SemiBol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C3177DB-B11A-4A11-B988-54C2005C9779}" type="slidenum">
              <a:rPr lang="en" sz="600" b="0" u="none" strike="noStrike">
                <a:solidFill>
                  <a:srgbClr val="000000"/>
                </a:solidFill>
                <a:effectLst/>
                <a:uFillTx/>
                <a:latin typeface="Overpass SemiBold"/>
                <a:ea typeface="Overpass SemiBold"/>
              </a:rPr>
              <a:t>&lt;number&gt;</a:t>
            </a:fld>
            <a:endParaRPr lang="en-US" sz="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1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62760" y="426600"/>
            <a:ext cx="3678120" cy="14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5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</a:t>
            </a:r>
            <a:r>
              <a:rPr lang="en-US" sz="5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format</a:t>
            </a:r>
            <a:endParaRPr lang="en-US" sz="5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" name="Google Shape;42;p5"/>
          <p:cNvPicPr/>
          <p:nvPr/>
        </p:nvPicPr>
        <p:blipFill>
          <a:blip r:embed="rId3"/>
          <a:stretch/>
        </p:blipFill>
        <p:spPr>
          <a:xfrm>
            <a:off x="7580160" y="4653000"/>
            <a:ext cx="1184400" cy="27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Google Shape;43;p5"/>
          <p:cNvSpPr/>
          <p:nvPr/>
        </p:nvSpPr>
        <p:spPr>
          <a:xfrm>
            <a:off x="5970240" y="1499760"/>
            <a:ext cx="224460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" sz="1100" b="0" u="none" strike="noStrike">
                <a:solidFill>
                  <a:srgbClr val="ebebeb"/>
                </a:solidFill>
                <a:effectLst/>
                <a:uFillTx/>
                <a:latin typeface="Overpass Light"/>
                <a:ea typeface="Overpass Light"/>
              </a:rPr>
              <a:t>linkedin.com/company/red-hat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Google Shape;44;p5"/>
          <p:cNvSpPr/>
          <p:nvPr/>
        </p:nvSpPr>
        <p:spPr>
          <a:xfrm>
            <a:off x="5970240" y="2075760"/>
            <a:ext cx="224460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" sz="1100" b="0" u="none" strike="noStrike">
                <a:solidFill>
                  <a:srgbClr val="ebebeb"/>
                </a:solidFill>
                <a:effectLst/>
                <a:uFillTx/>
                <a:latin typeface="Overpass Light"/>
                <a:ea typeface="Overpass Light"/>
              </a:rPr>
              <a:t>youtube.com/user/RedHatVideos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Google Shape;45;p5"/>
          <p:cNvSpPr/>
          <p:nvPr/>
        </p:nvSpPr>
        <p:spPr>
          <a:xfrm>
            <a:off x="5970240" y="2652120"/>
            <a:ext cx="224460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" sz="1100" b="0" u="none" strike="noStrike">
                <a:solidFill>
                  <a:srgbClr val="ebebeb"/>
                </a:solidFill>
                <a:effectLst/>
                <a:uFillTx/>
                <a:latin typeface="Overpass Light"/>
                <a:ea typeface="Overpass Light"/>
              </a:rPr>
              <a:t>facebook.com/redhatinc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Google Shape;46;p5"/>
          <p:cNvSpPr/>
          <p:nvPr/>
        </p:nvSpPr>
        <p:spPr>
          <a:xfrm>
            <a:off x="5970240" y="3228120"/>
            <a:ext cx="224460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" sz="1100" b="0" u="none" strike="noStrike">
                <a:solidFill>
                  <a:srgbClr val="ebebeb"/>
                </a:solidFill>
                <a:effectLst/>
                <a:uFillTx/>
                <a:latin typeface="Overpass Light"/>
                <a:ea typeface="Overpass Light"/>
              </a:rPr>
              <a:t>twitter.com/RedHat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2" name="Google Shape;47;p5"/>
          <p:cNvCxnSpPr/>
          <p:nvPr/>
        </p:nvCxnSpPr>
        <p:spPr>
          <a:xfrm flipV="1">
            <a:off x="335520" y="0"/>
            <a:ext cx="720" cy="1712520"/>
          </a:xfrm>
          <a:prstGeom prst="straightConnector1">
            <a:avLst/>
          </a:prstGeom>
          <a:ln w="9525">
            <a:solidFill>
              <a:srgbClr val="ee0000"/>
            </a:solidFill>
            <a:round/>
          </a:ln>
        </p:spPr>
      </p:cxnSp>
      <p:pic>
        <p:nvPicPr>
          <p:cNvPr id="13" name="Google Shape;48;p5"/>
          <p:cNvPicPr/>
          <p:nvPr/>
        </p:nvPicPr>
        <p:blipFill>
          <a:blip r:embed="rId4"/>
          <a:stretch/>
        </p:blipFill>
        <p:spPr>
          <a:xfrm>
            <a:off x="5491080" y="1411920"/>
            <a:ext cx="434520" cy="434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Google Shape;49;p5"/>
          <p:cNvPicPr/>
          <p:nvPr/>
        </p:nvPicPr>
        <p:blipFill>
          <a:blip r:embed="rId5"/>
          <a:stretch/>
        </p:blipFill>
        <p:spPr>
          <a:xfrm>
            <a:off x="5491080" y="2553480"/>
            <a:ext cx="434520" cy="434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Google Shape;50;p5"/>
          <p:cNvPicPr/>
          <p:nvPr/>
        </p:nvPicPr>
        <p:blipFill>
          <a:blip r:embed="rId6"/>
          <a:stretch/>
        </p:blipFill>
        <p:spPr>
          <a:xfrm>
            <a:off x="5491080" y="2029320"/>
            <a:ext cx="434520" cy="434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Google Shape;51;p5"/>
          <p:cNvPicPr/>
          <p:nvPr/>
        </p:nvPicPr>
        <p:blipFill>
          <a:blip r:embed="rId7"/>
          <a:stretch/>
        </p:blipFill>
        <p:spPr>
          <a:xfrm>
            <a:off x="5491080" y="3160440"/>
            <a:ext cx="434520" cy="4345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7" name="Google Shape;52;p5"/>
          <p:cNvCxnSpPr/>
          <p:nvPr/>
        </p:nvCxnSpPr>
        <p:spPr>
          <a:xfrm flipV="1">
            <a:off x="335520" y="4800600"/>
            <a:ext cx="720" cy="343440"/>
          </a:xfrm>
          <a:prstGeom prst="straightConnector1">
            <a:avLst/>
          </a:prstGeom>
          <a:ln w="9525">
            <a:solidFill>
              <a:srgbClr val="ee0000"/>
            </a:solidFill>
            <a:round/>
          </a:ln>
        </p:spPr>
      </p:cxnSp>
      <p:sp>
        <p:nvSpPr>
          <p:cNvPr id="18" name="PlaceHolder 2"/>
          <p:cNvSpPr>
            <a:spLocks noGrp="1"/>
          </p:cNvSpPr>
          <p:nvPr>
            <p:ph type="sldNum" idx="2"/>
          </p:nvPr>
        </p:nvSpPr>
        <p:spPr>
          <a:xfrm>
            <a:off x="61560" y="4627080"/>
            <a:ext cx="54792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" sz="600" b="0" u="none" strike="noStrike">
                <a:solidFill>
                  <a:srgbClr val="000000"/>
                </a:solidFill>
                <a:effectLst/>
                <a:uFillTx/>
                <a:latin typeface="Overpass SemiBold"/>
                <a:ea typeface="Overpass SemiBol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46B67BA-A387-45D8-999A-0B265C771E86}" type="slidenum">
              <a:rPr lang="en" sz="600" b="0" u="none" strike="noStrike">
                <a:solidFill>
                  <a:srgbClr val="000000"/>
                </a:solidFill>
                <a:effectLst/>
                <a:uFillTx/>
                <a:latin typeface="Overpass SemiBold"/>
                <a:ea typeface="Overpass SemiBold"/>
              </a:rPr>
              <a:t>&lt;number&gt;</a:t>
            </a:fld>
            <a:endParaRPr lang="en-US" sz="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55;p6"/>
          <p:cNvPicPr/>
          <p:nvPr/>
        </p:nvPicPr>
        <p:blipFill>
          <a:blip r:embed="rId3"/>
          <a:stretch/>
        </p:blipFill>
        <p:spPr>
          <a:xfrm>
            <a:off x="7580160" y="4653000"/>
            <a:ext cx="1184400" cy="2790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0" name="Google Shape;56;p6"/>
          <p:cNvCxnSpPr/>
          <p:nvPr/>
        </p:nvCxnSpPr>
        <p:spPr>
          <a:xfrm flipV="1">
            <a:off x="335520" y="4800600"/>
            <a:ext cx="720" cy="34344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1" name="PlaceHolder 1"/>
          <p:cNvSpPr>
            <a:spLocks noGrp="1"/>
          </p:cNvSpPr>
          <p:nvPr>
            <p:ph type="sldNum" idx="3"/>
          </p:nvPr>
        </p:nvSpPr>
        <p:spPr>
          <a:xfrm>
            <a:off x="61560" y="4627080"/>
            <a:ext cx="54792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" sz="600" b="0" u="none" strike="noStrike">
                <a:solidFill>
                  <a:schemeClr val="lt1"/>
                </a:solidFill>
                <a:effectLst/>
                <a:uFillTx/>
                <a:latin typeface="Overpass SemiBold"/>
                <a:ea typeface="Overpass SemiBol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CCDFAC9-B54A-4929-A98C-24E84A28865A}" type="slidenum">
              <a:rPr lang="en" sz="600" b="0" u="none" strike="noStrike">
                <a:solidFill>
                  <a:schemeClr val="lt1"/>
                </a:solidFill>
                <a:effectLst/>
                <a:uFillTx/>
                <a:latin typeface="Overpass SemiBold"/>
                <a:ea typeface="Overpass SemiBold"/>
              </a:rPr>
              <a:t>&lt;number&gt;</a:t>
            </a:fld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4245480" y="1281600"/>
            <a:ext cx="4301640" cy="1587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63;p7"/>
          <p:cNvPicPr/>
          <p:nvPr/>
        </p:nvPicPr>
        <p:blipFill>
          <a:blip r:embed="rId3"/>
          <a:stretch/>
        </p:blipFill>
        <p:spPr>
          <a:xfrm>
            <a:off x="7580160" y="4653000"/>
            <a:ext cx="1184400" cy="2790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4" name="Google Shape;64;p7"/>
          <p:cNvCxnSpPr/>
          <p:nvPr/>
        </p:nvCxnSpPr>
        <p:spPr>
          <a:xfrm flipV="1">
            <a:off x="335520" y="4800600"/>
            <a:ext cx="720" cy="34344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25" name="PlaceHolder 1"/>
          <p:cNvSpPr>
            <a:spLocks noGrp="1"/>
          </p:cNvSpPr>
          <p:nvPr>
            <p:ph type="sldNum" idx="4"/>
          </p:nvPr>
        </p:nvSpPr>
        <p:spPr>
          <a:xfrm>
            <a:off x="61560" y="4627080"/>
            <a:ext cx="54792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" sz="600" b="0" u="none" strike="noStrike">
                <a:solidFill>
                  <a:schemeClr val="lt1"/>
                </a:solidFill>
                <a:effectLst/>
                <a:uFillTx/>
                <a:latin typeface="Overpass SemiBold"/>
                <a:ea typeface="Overpass SemiBol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D53E713-F007-47AC-B518-E86A8B0169CB}" type="slidenum">
              <a:rPr lang="en" sz="600" b="0" u="none" strike="noStrike">
                <a:solidFill>
                  <a:schemeClr val="lt1"/>
                </a:solidFill>
                <a:effectLst/>
                <a:uFillTx/>
                <a:latin typeface="Overpass SemiBold"/>
                <a:ea typeface="Overpass SemiBold"/>
              </a:rPr>
              <a:t>&lt;number&gt;</a:t>
            </a:fld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4245480" y="426600"/>
            <a:ext cx="4301640" cy="144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5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69;p7"/>
          <p:cNvSpPr/>
          <p:nvPr/>
        </p:nvSpPr>
        <p:spPr>
          <a:xfrm>
            <a:off x="4427640" y="3502080"/>
            <a:ext cx="174204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" sz="800" b="0" u="none" strike="noStrike">
                <a:solidFill>
                  <a:srgbClr val="000000"/>
                </a:solidFill>
                <a:effectLst/>
                <a:uFillTx/>
                <a:latin typeface="Overpass Light"/>
                <a:ea typeface="Overpass Light"/>
              </a:rPr>
              <a:t>linkedin.com/company/red-hat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70;p7"/>
          <p:cNvSpPr/>
          <p:nvPr/>
        </p:nvSpPr>
        <p:spPr>
          <a:xfrm>
            <a:off x="4427640" y="3880800"/>
            <a:ext cx="174204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" sz="800" b="0" u="none" strike="noStrike">
                <a:solidFill>
                  <a:srgbClr val="000000"/>
                </a:solidFill>
                <a:effectLst/>
                <a:uFillTx/>
                <a:latin typeface="Overpass Light"/>
                <a:ea typeface="Overpass Light"/>
              </a:rPr>
              <a:t>youtube.com/user/RedHatVideos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Google Shape;71;p7"/>
          <p:cNvSpPr/>
          <p:nvPr/>
        </p:nvSpPr>
        <p:spPr>
          <a:xfrm>
            <a:off x="6611760" y="3502080"/>
            <a:ext cx="174204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" sz="800" b="0" u="none" strike="noStrike">
                <a:solidFill>
                  <a:srgbClr val="000000"/>
                </a:solidFill>
                <a:effectLst/>
                <a:uFillTx/>
                <a:latin typeface="Overpass Light"/>
                <a:ea typeface="Overpass Light"/>
              </a:rPr>
              <a:t>facebook.com/redhatinc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72;p7"/>
          <p:cNvSpPr/>
          <p:nvPr/>
        </p:nvSpPr>
        <p:spPr>
          <a:xfrm>
            <a:off x="6611760" y="3880800"/>
            <a:ext cx="1742040" cy="1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" sz="800" b="0" u="none" strike="noStrike">
                <a:solidFill>
                  <a:srgbClr val="000000"/>
                </a:solidFill>
                <a:effectLst/>
                <a:uFillTx/>
                <a:latin typeface="Overpass Light"/>
                <a:ea typeface="Overpass Light"/>
              </a:rPr>
              <a:t>twitter.com/RedHat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Google Shape;73;p7"/>
          <p:cNvPicPr/>
          <p:nvPr/>
        </p:nvPicPr>
        <p:blipFill>
          <a:blip r:embed="rId4"/>
          <a:srcRect l="2520" t="0" r="2478" b="0"/>
          <a:stretch/>
        </p:blipFill>
        <p:spPr>
          <a:xfrm>
            <a:off x="6439680" y="3880800"/>
            <a:ext cx="171000" cy="18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Google Shape;74;p7"/>
          <p:cNvPicPr/>
          <p:nvPr/>
        </p:nvPicPr>
        <p:blipFill>
          <a:blip r:embed="rId5"/>
          <a:srcRect l="2688" t="0" r="2688" b="0"/>
          <a:stretch/>
        </p:blipFill>
        <p:spPr>
          <a:xfrm>
            <a:off x="6439680" y="3502080"/>
            <a:ext cx="171000" cy="18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Google Shape;75;p7"/>
          <p:cNvPicPr/>
          <p:nvPr/>
        </p:nvPicPr>
        <p:blipFill>
          <a:blip r:embed="rId6"/>
          <a:srcRect l="2487" t="0" r="2487" b="0"/>
          <a:stretch/>
        </p:blipFill>
        <p:spPr>
          <a:xfrm>
            <a:off x="4245480" y="3880800"/>
            <a:ext cx="171000" cy="18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Google Shape;76;p7"/>
          <p:cNvPicPr/>
          <p:nvPr/>
        </p:nvPicPr>
        <p:blipFill>
          <a:blip r:embed="rId7"/>
          <a:srcRect l="2319" t="0" r="2319" b="0"/>
          <a:stretch/>
        </p:blipFill>
        <p:spPr>
          <a:xfrm>
            <a:off x="4245480" y="3502080"/>
            <a:ext cx="171000" cy="1800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35880" y="813600"/>
            <a:ext cx="5117760" cy="1578240"/>
          </a:xfrm>
          <a:prstGeom prst="rect">
            <a:avLst/>
          </a:prstGeom>
          <a:noFill/>
          <a:ln w="0">
            <a:noFill/>
          </a:ln>
        </p:spPr>
        <p:txBody>
          <a:bodyPr lIns="329040" rIns="68400" tIns="68400" bIns="684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6" name="Google Shape;79;p8"/>
          <p:cNvCxnSpPr/>
          <p:nvPr/>
        </p:nvCxnSpPr>
        <p:spPr>
          <a:xfrm flipV="1">
            <a:off x="335520" y="4800600"/>
            <a:ext cx="720" cy="343440"/>
          </a:xfrm>
          <a:prstGeom prst="straightConnector1">
            <a:avLst/>
          </a:prstGeom>
          <a:ln w="9525">
            <a:solidFill>
              <a:srgbClr val="ee0000"/>
            </a:solidFill>
            <a:round/>
          </a:ln>
        </p:spPr>
      </p:cxnSp>
      <p:sp>
        <p:nvSpPr>
          <p:cNvPr id="37" name="PlaceHolder 2"/>
          <p:cNvSpPr>
            <a:spLocks noGrp="1"/>
          </p:cNvSpPr>
          <p:nvPr>
            <p:ph type="sldNum" idx="5"/>
          </p:nvPr>
        </p:nvSpPr>
        <p:spPr>
          <a:xfrm>
            <a:off x="61560" y="4627080"/>
            <a:ext cx="54792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" sz="600" b="0" u="none" strike="noStrike">
                <a:solidFill>
                  <a:srgbClr val="ebebeb"/>
                </a:solidFill>
                <a:effectLst/>
                <a:uFillTx/>
                <a:latin typeface="Overpass SemiBold"/>
                <a:ea typeface="Overpass SemiBol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08A5208-09D8-4CBB-B8DA-4FE8F2F0B0E0}" type="slidenum">
              <a:rPr lang="en" sz="600" b="0" u="none" strike="noStrike">
                <a:solidFill>
                  <a:srgbClr val="ebebeb"/>
                </a:solidFill>
                <a:effectLst/>
                <a:uFillTx/>
                <a:latin typeface="Overpass SemiBold"/>
                <a:ea typeface="Overpass SemiBold"/>
              </a:rPr>
              <a:t>&lt;number&gt;</a:t>
            </a:fld>
            <a:endParaRPr lang="en-US" sz="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38" name="Google Shape;81;p8"/>
          <p:cNvCxnSpPr/>
          <p:nvPr/>
        </p:nvCxnSpPr>
        <p:spPr>
          <a:xfrm flipV="1">
            <a:off x="335520" y="0"/>
            <a:ext cx="720" cy="665640"/>
          </a:xfrm>
          <a:prstGeom prst="straightConnector1">
            <a:avLst/>
          </a:prstGeom>
          <a:ln w="9525">
            <a:solidFill>
              <a:srgbClr val="ee0000"/>
            </a:solidFill>
            <a:round/>
          </a:ln>
        </p:spPr>
      </p:cxnSp>
      <p:pic>
        <p:nvPicPr>
          <p:cNvPr id="39" name="Google Shape;84;p8"/>
          <p:cNvPicPr/>
          <p:nvPr/>
        </p:nvPicPr>
        <p:blipFill>
          <a:blip r:embed="rId3"/>
          <a:srcRect l="0" t="315" r="0" b="315"/>
          <a:stretch/>
        </p:blipFill>
        <p:spPr>
          <a:xfrm>
            <a:off x="8033400" y="4735080"/>
            <a:ext cx="731160" cy="1702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35880" y="813600"/>
            <a:ext cx="5117760" cy="1578240"/>
          </a:xfrm>
          <a:prstGeom prst="rect">
            <a:avLst/>
          </a:prstGeom>
          <a:noFill/>
          <a:ln w="0">
            <a:noFill/>
          </a:ln>
        </p:spPr>
        <p:txBody>
          <a:bodyPr lIns="329040" rIns="68400" tIns="68400" bIns="684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" name="Google Shape;87;p9"/>
          <p:cNvCxnSpPr/>
          <p:nvPr/>
        </p:nvCxnSpPr>
        <p:spPr>
          <a:xfrm flipV="1">
            <a:off x="335520" y="4800600"/>
            <a:ext cx="720" cy="343440"/>
          </a:xfrm>
          <a:prstGeom prst="straightConnector1">
            <a:avLst/>
          </a:prstGeom>
          <a:ln w="9525">
            <a:solidFill>
              <a:srgbClr val="ee0000"/>
            </a:solidFill>
            <a:round/>
          </a:ln>
        </p:spPr>
      </p:cxnSp>
      <p:sp>
        <p:nvSpPr>
          <p:cNvPr id="42" name="PlaceHolder 2"/>
          <p:cNvSpPr>
            <a:spLocks noGrp="1"/>
          </p:cNvSpPr>
          <p:nvPr>
            <p:ph type="sldNum" idx="6"/>
          </p:nvPr>
        </p:nvSpPr>
        <p:spPr>
          <a:xfrm>
            <a:off x="61560" y="4627080"/>
            <a:ext cx="54792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" sz="600" b="0" u="none" strike="noStrike">
                <a:solidFill>
                  <a:srgbClr val="000000"/>
                </a:solidFill>
                <a:effectLst/>
                <a:uFillTx/>
                <a:latin typeface="Overpass SemiBold"/>
                <a:ea typeface="Overpass SemiBol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44C92A4-25EF-446A-91A9-5801AF4CB105}" type="slidenum">
              <a:rPr lang="en" sz="600" b="0" u="none" strike="noStrike">
                <a:solidFill>
                  <a:srgbClr val="000000"/>
                </a:solidFill>
                <a:effectLst/>
                <a:uFillTx/>
                <a:latin typeface="Overpass SemiBold"/>
                <a:ea typeface="Overpass SemiBold"/>
              </a:rPr>
              <a:t>&lt;number&gt;</a:t>
            </a:fld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43" name="Google Shape;89;p9"/>
          <p:cNvCxnSpPr/>
          <p:nvPr/>
        </p:nvCxnSpPr>
        <p:spPr>
          <a:xfrm flipV="1">
            <a:off x="335520" y="0"/>
            <a:ext cx="720" cy="665640"/>
          </a:xfrm>
          <a:prstGeom prst="straightConnector1">
            <a:avLst/>
          </a:prstGeom>
          <a:ln w="9525">
            <a:solidFill>
              <a:srgbClr val="ee0000"/>
            </a:solidFill>
            <a:round/>
          </a:ln>
        </p:spPr>
      </p:cxnSp>
      <p:pic>
        <p:nvPicPr>
          <p:cNvPr id="44" name="Google Shape;92;p9"/>
          <p:cNvPicPr/>
          <p:nvPr/>
        </p:nvPicPr>
        <p:blipFill>
          <a:blip r:embed="rId3"/>
          <a:stretch/>
        </p:blipFill>
        <p:spPr>
          <a:xfrm>
            <a:off x="8033400" y="4734360"/>
            <a:ext cx="731160" cy="1713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35880" y="813600"/>
            <a:ext cx="5117760" cy="1578240"/>
          </a:xfrm>
          <a:prstGeom prst="rect">
            <a:avLst/>
          </a:prstGeom>
          <a:noFill/>
          <a:ln w="0">
            <a:noFill/>
          </a:ln>
        </p:spPr>
        <p:txBody>
          <a:bodyPr lIns="329040" rIns="68400" tIns="68400" bIns="684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6" name="Google Shape;95;p10"/>
          <p:cNvCxnSpPr/>
          <p:nvPr/>
        </p:nvCxnSpPr>
        <p:spPr>
          <a:xfrm flipV="1">
            <a:off x="335520" y="4800600"/>
            <a:ext cx="720" cy="343440"/>
          </a:xfrm>
          <a:prstGeom prst="straightConnector1">
            <a:avLst/>
          </a:prstGeom>
          <a:ln w="9525">
            <a:solidFill>
              <a:srgbClr val="ee0000"/>
            </a:solidFill>
            <a:round/>
          </a:ln>
        </p:spPr>
      </p:cxnSp>
      <p:sp>
        <p:nvSpPr>
          <p:cNvPr id="47" name="PlaceHolder 2"/>
          <p:cNvSpPr>
            <a:spLocks noGrp="1"/>
          </p:cNvSpPr>
          <p:nvPr>
            <p:ph type="sldNum" idx="7"/>
          </p:nvPr>
        </p:nvSpPr>
        <p:spPr>
          <a:xfrm>
            <a:off x="61560" y="4627080"/>
            <a:ext cx="54792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" sz="600" b="0" u="none" strike="noStrike">
                <a:solidFill>
                  <a:srgbClr val="000000"/>
                </a:solidFill>
                <a:effectLst/>
                <a:uFillTx/>
                <a:latin typeface="Overpass SemiBold"/>
                <a:ea typeface="Overpass SemiBol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B2D6F22-99FD-473E-9E4E-FDB66E9946D8}" type="slidenum">
              <a:rPr lang="en" sz="600" b="0" u="none" strike="noStrike">
                <a:solidFill>
                  <a:srgbClr val="000000"/>
                </a:solidFill>
                <a:effectLst/>
                <a:uFillTx/>
                <a:latin typeface="Overpass SemiBold"/>
                <a:ea typeface="Overpass SemiBold"/>
              </a:rPr>
              <a:t>&lt;number&gt;</a:t>
            </a:fld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48" name="Google Shape;97;p10"/>
          <p:cNvCxnSpPr/>
          <p:nvPr/>
        </p:nvCxnSpPr>
        <p:spPr>
          <a:xfrm flipV="1">
            <a:off x="335520" y="0"/>
            <a:ext cx="720" cy="665640"/>
          </a:xfrm>
          <a:prstGeom prst="straightConnector1">
            <a:avLst/>
          </a:prstGeom>
          <a:ln w="9525">
            <a:solidFill>
              <a:srgbClr val="ee0000"/>
            </a:solidFill>
            <a:round/>
          </a:ln>
        </p:spPr>
      </p:cxnSp>
      <p:pic>
        <p:nvPicPr>
          <p:cNvPr id="49" name="Google Shape;100;p10"/>
          <p:cNvPicPr/>
          <p:nvPr/>
        </p:nvPicPr>
        <p:blipFill>
          <a:blip r:embed="rId3"/>
          <a:srcRect l="0" t="315" r="0" b="315"/>
          <a:stretch/>
        </p:blipFill>
        <p:spPr>
          <a:xfrm>
            <a:off x="8033400" y="4735080"/>
            <a:ext cx="731160" cy="17028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62760" y="1307880"/>
            <a:ext cx="5649120" cy="119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" name="Google Shape;13;p2"/>
          <p:cNvPicPr/>
          <p:nvPr/>
        </p:nvPicPr>
        <p:blipFill>
          <a:blip r:embed="rId3"/>
          <a:stretch/>
        </p:blipFill>
        <p:spPr>
          <a:xfrm>
            <a:off x="7580160" y="4653000"/>
            <a:ext cx="1184400" cy="2790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2" name="Google Shape;14;p2"/>
          <p:cNvCxnSpPr/>
          <p:nvPr/>
        </p:nvCxnSpPr>
        <p:spPr>
          <a:xfrm flipV="1">
            <a:off x="335520" y="4800600"/>
            <a:ext cx="720" cy="343440"/>
          </a:xfrm>
          <a:prstGeom prst="straightConnector1">
            <a:avLst/>
          </a:prstGeom>
          <a:ln w="9525">
            <a:solidFill>
              <a:srgbClr val="ee0000"/>
            </a:solidFill>
            <a:round/>
          </a:ln>
        </p:spPr>
      </p:cxnSp>
      <p:sp>
        <p:nvSpPr>
          <p:cNvPr id="53" name="PlaceHolder 2"/>
          <p:cNvSpPr>
            <a:spLocks noGrp="1"/>
          </p:cNvSpPr>
          <p:nvPr>
            <p:ph type="sldNum" idx="8"/>
          </p:nvPr>
        </p:nvSpPr>
        <p:spPr>
          <a:xfrm>
            <a:off x="61560" y="4627080"/>
            <a:ext cx="54792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" sz="600" b="0" u="none" strike="noStrike">
                <a:solidFill>
                  <a:srgbClr val="000000"/>
                </a:solidFill>
                <a:effectLst/>
                <a:uFillTx/>
                <a:latin typeface="Overpass SemiBold"/>
                <a:ea typeface="Overpass SemiBol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F16F8F1-1399-40D3-964F-44388169C630}" type="slidenum">
              <a:rPr lang="en" sz="600" b="0" u="none" strike="noStrike">
                <a:solidFill>
                  <a:srgbClr val="000000"/>
                </a:solidFill>
                <a:effectLst/>
                <a:uFillTx/>
                <a:latin typeface="Overpass SemiBold"/>
                <a:ea typeface="Overpass SemiBold"/>
              </a:rPr>
              <a:t>&lt;number&gt;</a:t>
            </a:fld>
            <a:endParaRPr lang="en-US" sz="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557000" y="1412280"/>
            <a:ext cx="5993280" cy="23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6" name="Google Shape;104;p11"/>
          <p:cNvCxnSpPr/>
          <p:nvPr/>
        </p:nvCxnSpPr>
        <p:spPr>
          <a:xfrm flipV="1">
            <a:off x="335520" y="4800600"/>
            <a:ext cx="720" cy="343440"/>
          </a:xfrm>
          <a:prstGeom prst="straightConnector1">
            <a:avLst/>
          </a:prstGeom>
          <a:ln w="9525">
            <a:solidFill>
              <a:srgbClr val="ee0000"/>
            </a:solidFill>
            <a:round/>
          </a:ln>
        </p:spPr>
      </p:cxnSp>
      <p:sp>
        <p:nvSpPr>
          <p:cNvPr id="57" name="PlaceHolder 2"/>
          <p:cNvSpPr>
            <a:spLocks noGrp="1"/>
          </p:cNvSpPr>
          <p:nvPr>
            <p:ph type="sldNum" idx="9"/>
          </p:nvPr>
        </p:nvSpPr>
        <p:spPr>
          <a:xfrm>
            <a:off x="61560" y="4627080"/>
            <a:ext cx="54792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" sz="600" b="0" u="none" strike="noStrike">
                <a:solidFill>
                  <a:srgbClr val="ebebeb"/>
                </a:solidFill>
                <a:effectLst/>
                <a:uFillTx/>
                <a:latin typeface="Overpass SemiBold"/>
                <a:ea typeface="Overpass SemiBol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60B4B94-AFF9-44E5-933B-412F142E4FFB}" type="slidenum">
              <a:rPr lang="en" sz="600" b="0" u="none" strike="noStrike">
                <a:solidFill>
                  <a:srgbClr val="ebebeb"/>
                </a:solidFill>
                <a:effectLst/>
                <a:uFillTx/>
                <a:latin typeface="Overpass SemiBold"/>
                <a:ea typeface="Overpass SemiBold"/>
              </a:rPr>
              <a:t>&lt;number&gt;</a:t>
            </a:fld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8" name="Google Shape;107;p11"/>
          <p:cNvPicPr/>
          <p:nvPr/>
        </p:nvPicPr>
        <p:blipFill>
          <a:blip r:embed="rId3"/>
          <a:srcRect l="0" t="315" r="0" b="315"/>
          <a:stretch/>
        </p:blipFill>
        <p:spPr>
          <a:xfrm>
            <a:off x="8033400" y="4735080"/>
            <a:ext cx="731160" cy="1702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9" name="Google Shape;108;p11"/>
          <p:cNvCxnSpPr/>
          <p:nvPr/>
        </p:nvCxnSpPr>
        <p:spPr>
          <a:xfrm>
            <a:off x="1557000" y="1240200"/>
            <a:ext cx="1043640" cy="720"/>
          </a:xfrm>
          <a:prstGeom prst="straightConnector1">
            <a:avLst/>
          </a:prstGeom>
          <a:ln w="9525">
            <a:solidFill>
              <a:srgbClr val="ee0000"/>
            </a:solidFill>
            <a:round/>
          </a:ln>
        </p:spPr>
      </p:cxn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57000" y="1412280"/>
            <a:ext cx="5993280" cy="23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1" name="Google Shape;111;p12"/>
          <p:cNvCxnSpPr/>
          <p:nvPr/>
        </p:nvCxnSpPr>
        <p:spPr>
          <a:xfrm flipV="1">
            <a:off x="335520" y="4800600"/>
            <a:ext cx="720" cy="343440"/>
          </a:xfrm>
          <a:prstGeom prst="straightConnector1">
            <a:avLst/>
          </a:prstGeom>
          <a:ln w="9525">
            <a:solidFill>
              <a:srgbClr val="ee0000"/>
            </a:solidFill>
            <a:round/>
          </a:ln>
        </p:spPr>
      </p:cxnSp>
      <p:sp>
        <p:nvSpPr>
          <p:cNvPr id="62" name="PlaceHolder 2"/>
          <p:cNvSpPr>
            <a:spLocks noGrp="1"/>
          </p:cNvSpPr>
          <p:nvPr>
            <p:ph type="sldNum" idx="10"/>
          </p:nvPr>
        </p:nvSpPr>
        <p:spPr>
          <a:xfrm>
            <a:off x="61560" y="4627080"/>
            <a:ext cx="54792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" sz="600" b="0" u="none" strike="noStrike">
                <a:solidFill>
                  <a:srgbClr val="000000"/>
                </a:solidFill>
                <a:effectLst/>
                <a:uFillTx/>
                <a:latin typeface="Overpass SemiBold"/>
                <a:ea typeface="Overpass SemiBol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637621B-A327-410A-A3BA-FFE14E2BA0E4}" type="slidenum">
              <a:rPr lang="en" sz="600" b="0" u="none" strike="noStrike">
                <a:solidFill>
                  <a:srgbClr val="000000"/>
                </a:solidFill>
                <a:effectLst/>
                <a:uFillTx/>
                <a:latin typeface="Overpass SemiBold"/>
                <a:ea typeface="Overpass SemiBold"/>
              </a:rPr>
              <a:t>&lt;number&gt;</a:t>
            </a:fld>
            <a:endParaRPr lang="en-US" sz="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3" name="Google Shape;113;p12"/>
          <p:cNvPicPr/>
          <p:nvPr/>
        </p:nvPicPr>
        <p:blipFill>
          <a:blip r:embed="rId3"/>
          <a:srcRect l="0" t="315" r="0" b="315"/>
          <a:stretch/>
        </p:blipFill>
        <p:spPr>
          <a:xfrm>
            <a:off x="8033400" y="4735080"/>
            <a:ext cx="731160" cy="1702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4" name="Google Shape;114;p12"/>
          <p:cNvCxnSpPr/>
          <p:nvPr/>
        </p:nvCxnSpPr>
        <p:spPr>
          <a:xfrm>
            <a:off x="1557000" y="1240200"/>
            <a:ext cx="1043640" cy="720"/>
          </a:xfrm>
          <a:prstGeom prst="straightConnector1">
            <a:avLst/>
          </a:prstGeom>
          <a:ln w="9525">
            <a:solidFill>
              <a:srgbClr val="ee0000"/>
            </a:solidFill>
            <a:round/>
          </a:ln>
        </p:spPr>
      </p:cxnSp>
      <p:cxnSp>
        <p:nvCxnSpPr>
          <p:cNvPr id="65" name="Google Shape;115;p12"/>
          <p:cNvCxnSpPr/>
          <p:nvPr/>
        </p:nvCxnSpPr>
        <p:spPr>
          <a:xfrm flipV="1">
            <a:off x="335520" y="0"/>
            <a:ext cx="720" cy="665640"/>
          </a:xfrm>
          <a:prstGeom prst="straightConnector1">
            <a:avLst/>
          </a:prstGeom>
          <a:ln w="9525">
            <a:solidFill>
              <a:srgbClr val="ee0000"/>
            </a:solidFill>
            <a:round/>
          </a:ln>
        </p:spPr>
      </p:cxn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255560" y="1224720"/>
            <a:ext cx="3777120" cy="2911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67" name="Google Shape;119;p13"/>
          <p:cNvCxnSpPr/>
          <p:nvPr/>
        </p:nvCxnSpPr>
        <p:spPr>
          <a:xfrm flipV="1">
            <a:off x="335520" y="4800600"/>
            <a:ext cx="720" cy="343440"/>
          </a:xfrm>
          <a:prstGeom prst="straightConnector1">
            <a:avLst/>
          </a:prstGeom>
          <a:ln w="9525">
            <a:solidFill>
              <a:srgbClr val="ffffff"/>
            </a:solidFill>
            <a:round/>
          </a:ln>
        </p:spPr>
      </p:cxnSp>
      <p:sp>
        <p:nvSpPr>
          <p:cNvPr id="68" name="PlaceHolder 2"/>
          <p:cNvSpPr>
            <a:spLocks noGrp="1"/>
          </p:cNvSpPr>
          <p:nvPr>
            <p:ph type="sldNum" idx="11"/>
          </p:nvPr>
        </p:nvSpPr>
        <p:spPr>
          <a:xfrm>
            <a:off x="61560" y="4627080"/>
            <a:ext cx="54792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" sz="600" b="0" u="none" strike="noStrike">
                <a:solidFill>
                  <a:schemeClr val="lt1"/>
                </a:solidFill>
                <a:effectLst/>
                <a:uFillTx/>
                <a:latin typeface="Overpass SemiBold"/>
                <a:ea typeface="Overpass SemiBol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E0A5671-581B-4147-B3CD-13E4EB3D0C62}" type="slidenum">
              <a:rPr lang="en" sz="600" b="0" u="none" strike="noStrike">
                <a:solidFill>
                  <a:schemeClr val="lt1"/>
                </a:solidFill>
                <a:effectLst/>
                <a:uFillTx/>
                <a:latin typeface="Overpass SemiBold"/>
                <a:ea typeface="Overpass SemiBold"/>
              </a:rPr>
              <a:t>&lt;number&gt;</a:t>
            </a:fld>
            <a:endParaRPr lang="en-US" sz="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9" name="Google Shape;122;p13"/>
          <p:cNvPicPr/>
          <p:nvPr/>
        </p:nvPicPr>
        <p:blipFill>
          <a:blip r:embed="rId3"/>
          <a:stretch/>
        </p:blipFill>
        <p:spPr>
          <a:xfrm>
            <a:off x="8033400" y="4734360"/>
            <a:ext cx="731160" cy="1713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314360" y="709560"/>
            <a:ext cx="6514560" cy="72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1" name="Google Shape;125;p14"/>
          <p:cNvCxnSpPr/>
          <p:nvPr/>
        </p:nvCxnSpPr>
        <p:spPr>
          <a:xfrm flipV="1">
            <a:off x="335520" y="0"/>
            <a:ext cx="720" cy="665640"/>
          </a:xfrm>
          <a:prstGeom prst="straightConnector1">
            <a:avLst/>
          </a:prstGeom>
          <a:ln w="9525">
            <a:solidFill>
              <a:srgbClr val="ee0000"/>
            </a:solidFill>
            <a:round/>
          </a:ln>
        </p:spPr>
      </p:cxnSp>
      <p:cxnSp>
        <p:nvCxnSpPr>
          <p:cNvPr id="72" name="Google Shape;127;p14"/>
          <p:cNvCxnSpPr/>
          <p:nvPr/>
        </p:nvCxnSpPr>
        <p:spPr>
          <a:xfrm flipV="1">
            <a:off x="335520" y="4800600"/>
            <a:ext cx="720" cy="343440"/>
          </a:xfrm>
          <a:prstGeom prst="straightConnector1">
            <a:avLst/>
          </a:prstGeom>
          <a:ln w="9525">
            <a:solidFill>
              <a:srgbClr val="ee0000"/>
            </a:solidFill>
            <a:round/>
          </a:ln>
        </p:spPr>
      </p:cxnSp>
      <p:sp>
        <p:nvSpPr>
          <p:cNvPr id="73" name="PlaceHolder 2"/>
          <p:cNvSpPr>
            <a:spLocks noGrp="1"/>
          </p:cNvSpPr>
          <p:nvPr>
            <p:ph type="sldNum" idx="12"/>
          </p:nvPr>
        </p:nvSpPr>
        <p:spPr>
          <a:xfrm>
            <a:off x="61560" y="4627080"/>
            <a:ext cx="54792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" sz="600" b="0" u="none" strike="noStrike">
                <a:solidFill>
                  <a:srgbClr val="000000"/>
                </a:solidFill>
                <a:effectLst/>
                <a:uFillTx/>
                <a:latin typeface="Overpass SemiBold"/>
                <a:ea typeface="Overpass SemiBol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CFBB81C-1A2C-440C-8245-0C2CAB22CFF2}" type="slidenum">
              <a:rPr lang="en" sz="600" b="0" u="none" strike="noStrike">
                <a:solidFill>
                  <a:srgbClr val="000000"/>
                </a:solidFill>
                <a:effectLst/>
                <a:uFillTx/>
                <a:latin typeface="Overpass SemiBold"/>
                <a:ea typeface="Overpass SemiBold"/>
              </a:rPr>
              <a:t>&lt;number&gt;</a:t>
            </a:fld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4" name="Google Shape;129;p14"/>
          <p:cNvPicPr/>
          <p:nvPr/>
        </p:nvPicPr>
        <p:blipFill>
          <a:blip r:embed="rId2"/>
          <a:srcRect l="0" t="315" r="0" b="315"/>
          <a:stretch/>
        </p:blipFill>
        <p:spPr>
          <a:xfrm>
            <a:off x="8033400" y="4735080"/>
            <a:ext cx="731160" cy="17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_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314360" y="709560"/>
            <a:ext cx="6514560" cy="72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7" name="Google Shape;133;p15"/>
          <p:cNvCxnSpPr/>
          <p:nvPr/>
        </p:nvCxnSpPr>
        <p:spPr>
          <a:xfrm flipV="1">
            <a:off x="335520" y="0"/>
            <a:ext cx="720" cy="665640"/>
          </a:xfrm>
          <a:prstGeom prst="straightConnector1">
            <a:avLst/>
          </a:prstGeom>
          <a:ln w="9525">
            <a:solidFill>
              <a:srgbClr val="ee0000"/>
            </a:solidFill>
            <a:round/>
          </a:ln>
        </p:spPr>
      </p:cxnSp>
      <p:cxnSp>
        <p:nvCxnSpPr>
          <p:cNvPr id="78" name="Google Shape;135;p15"/>
          <p:cNvCxnSpPr/>
          <p:nvPr/>
        </p:nvCxnSpPr>
        <p:spPr>
          <a:xfrm flipV="1">
            <a:off x="335520" y="4800600"/>
            <a:ext cx="720" cy="343440"/>
          </a:xfrm>
          <a:prstGeom prst="straightConnector1">
            <a:avLst/>
          </a:prstGeom>
          <a:ln w="9525">
            <a:solidFill>
              <a:srgbClr val="ee0000"/>
            </a:solidFill>
            <a:round/>
          </a:ln>
        </p:spPr>
      </p:cxnSp>
      <p:sp>
        <p:nvSpPr>
          <p:cNvPr id="79" name="PlaceHolder 2"/>
          <p:cNvSpPr>
            <a:spLocks noGrp="1"/>
          </p:cNvSpPr>
          <p:nvPr>
            <p:ph type="sldNum" idx="13"/>
          </p:nvPr>
        </p:nvSpPr>
        <p:spPr>
          <a:xfrm>
            <a:off x="61560" y="4627080"/>
            <a:ext cx="54792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" sz="600" b="0" u="none" strike="noStrike">
                <a:solidFill>
                  <a:srgbClr val="ebebeb"/>
                </a:solidFill>
                <a:effectLst/>
                <a:uFillTx/>
                <a:latin typeface="Overpass SemiBold"/>
                <a:ea typeface="Overpass SemiBol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7AEC5B3-511F-4235-89AD-FE1EA33BEA41}" type="slidenum">
              <a:rPr lang="en" sz="600" b="0" u="none" strike="noStrike">
                <a:solidFill>
                  <a:srgbClr val="ebebeb"/>
                </a:solidFill>
                <a:effectLst/>
                <a:uFillTx/>
                <a:latin typeface="Overpass SemiBold"/>
                <a:ea typeface="Overpass SemiBold"/>
              </a:rPr>
              <a:t>&lt;number&gt;</a:t>
            </a:fld>
            <a:endParaRPr lang="en-US" sz="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0" name="Google Shape;138;p15"/>
          <p:cNvPicPr/>
          <p:nvPr/>
        </p:nvPicPr>
        <p:blipFill>
          <a:blip r:embed="rId2"/>
          <a:stretch/>
        </p:blipFill>
        <p:spPr>
          <a:xfrm>
            <a:off x="8033400" y="4734360"/>
            <a:ext cx="731160" cy="1713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19760" cy="205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5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2A22036-E126-46FE-B09D-E3D1FDC27D1D}" type="slidenum">
              <a:rPr lang="en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1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562760" y="426600"/>
            <a:ext cx="3678120" cy="14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5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5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" name="Google Shape;19;p3"/>
          <p:cNvPicPr/>
          <p:nvPr/>
        </p:nvPicPr>
        <p:blipFill>
          <a:blip r:embed="rId3"/>
          <a:stretch/>
        </p:blipFill>
        <p:spPr>
          <a:xfrm>
            <a:off x="7580160" y="4653000"/>
            <a:ext cx="1184400" cy="27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Google Shape;20;p3"/>
          <p:cNvPicPr/>
          <p:nvPr/>
        </p:nvPicPr>
        <p:blipFill>
          <a:blip r:embed="rId4"/>
          <a:stretch/>
        </p:blipFill>
        <p:spPr>
          <a:xfrm>
            <a:off x="5535000" y="2652120"/>
            <a:ext cx="341280" cy="34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Google Shape;21;p3"/>
          <p:cNvPicPr/>
          <p:nvPr/>
        </p:nvPicPr>
        <p:blipFill>
          <a:blip r:embed="rId5"/>
          <a:stretch/>
        </p:blipFill>
        <p:spPr>
          <a:xfrm>
            <a:off x="5535000" y="2075760"/>
            <a:ext cx="341280" cy="34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Google Shape;22;p3"/>
          <p:cNvPicPr/>
          <p:nvPr/>
        </p:nvPicPr>
        <p:blipFill>
          <a:blip r:embed="rId6"/>
          <a:stretch/>
        </p:blipFill>
        <p:spPr>
          <a:xfrm>
            <a:off x="5535000" y="1499760"/>
            <a:ext cx="341280" cy="341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Google Shape;23;p3"/>
          <p:cNvPicPr/>
          <p:nvPr/>
        </p:nvPicPr>
        <p:blipFill>
          <a:blip r:embed="rId7"/>
          <a:stretch/>
        </p:blipFill>
        <p:spPr>
          <a:xfrm>
            <a:off x="5535000" y="3228120"/>
            <a:ext cx="341280" cy="34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Google Shape;24;p3"/>
          <p:cNvSpPr/>
          <p:nvPr/>
        </p:nvSpPr>
        <p:spPr>
          <a:xfrm>
            <a:off x="5970240" y="1499760"/>
            <a:ext cx="224460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" sz="1100" b="0" u="none" strike="noStrike">
                <a:solidFill>
                  <a:schemeClr val="lt1"/>
                </a:solidFill>
                <a:effectLst/>
                <a:uFillTx/>
                <a:latin typeface="Overpass Light"/>
                <a:ea typeface="Overpass Light"/>
              </a:rPr>
              <a:t>linkedin.com/company/red-hat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25;p3"/>
          <p:cNvSpPr/>
          <p:nvPr/>
        </p:nvSpPr>
        <p:spPr>
          <a:xfrm>
            <a:off x="5970240" y="2075760"/>
            <a:ext cx="224460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" sz="1100" b="0" u="none" strike="noStrike">
                <a:solidFill>
                  <a:schemeClr val="lt1"/>
                </a:solidFill>
                <a:effectLst/>
                <a:uFillTx/>
                <a:latin typeface="Overpass Light"/>
                <a:ea typeface="Overpass Light"/>
              </a:rPr>
              <a:t>youtube.com/user/RedHatVideos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26;p3"/>
          <p:cNvSpPr/>
          <p:nvPr/>
        </p:nvSpPr>
        <p:spPr>
          <a:xfrm>
            <a:off x="5970240" y="2652120"/>
            <a:ext cx="224460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" sz="1100" b="0" u="none" strike="noStrike">
                <a:solidFill>
                  <a:schemeClr val="lt1"/>
                </a:solidFill>
                <a:effectLst/>
                <a:uFillTx/>
                <a:latin typeface="Overpass Light"/>
                <a:ea typeface="Overpass Light"/>
              </a:rPr>
              <a:t>facebook.com/redhatinc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27;p3"/>
          <p:cNvSpPr/>
          <p:nvPr/>
        </p:nvSpPr>
        <p:spPr>
          <a:xfrm>
            <a:off x="5970240" y="3228120"/>
            <a:ext cx="2244600" cy="3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" sz="1100" b="0" u="none" strike="noStrike">
                <a:solidFill>
                  <a:schemeClr val="lt1"/>
                </a:solidFill>
                <a:effectLst/>
                <a:uFillTx/>
                <a:latin typeface="Overpass Light"/>
                <a:ea typeface="Overpass Light"/>
              </a:rPr>
              <a:t>twitter.com/RedHat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3" name="Google Shape;28;p3"/>
          <p:cNvCxnSpPr/>
          <p:nvPr/>
        </p:nvCxnSpPr>
        <p:spPr>
          <a:xfrm flipV="1">
            <a:off x="335520" y="0"/>
            <a:ext cx="720" cy="1712520"/>
          </a:xfrm>
          <a:prstGeom prst="straightConnector1">
            <a:avLst/>
          </a:prstGeom>
          <a:ln w="9525">
            <a:solidFill>
              <a:srgbClr val="ee0000"/>
            </a:solidFill>
            <a:round/>
          </a:ln>
        </p:spPr>
      </p:cxnSp>
      <p:cxnSp>
        <p:nvCxnSpPr>
          <p:cNvPr id="94" name="Google Shape;29;p3"/>
          <p:cNvCxnSpPr/>
          <p:nvPr/>
        </p:nvCxnSpPr>
        <p:spPr>
          <a:xfrm flipV="1">
            <a:off x="335520" y="4800600"/>
            <a:ext cx="720" cy="343440"/>
          </a:xfrm>
          <a:prstGeom prst="straightConnector1">
            <a:avLst/>
          </a:prstGeom>
          <a:ln w="9525">
            <a:solidFill>
              <a:srgbClr val="ee0000"/>
            </a:solidFill>
            <a:round/>
          </a:ln>
        </p:spPr>
      </p:cxnSp>
      <p:sp>
        <p:nvSpPr>
          <p:cNvPr id="95" name="PlaceHolder 2"/>
          <p:cNvSpPr>
            <a:spLocks noGrp="1"/>
          </p:cNvSpPr>
          <p:nvPr>
            <p:ph type="sldNum" idx="15"/>
          </p:nvPr>
        </p:nvSpPr>
        <p:spPr>
          <a:xfrm>
            <a:off x="61560" y="4627080"/>
            <a:ext cx="54792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" sz="600" b="0" u="none" strike="noStrike">
                <a:solidFill>
                  <a:srgbClr val="000000"/>
                </a:solidFill>
                <a:effectLst/>
                <a:uFillTx/>
                <a:latin typeface="Overpass SemiBold"/>
                <a:ea typeface="Overpass SemiBold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F4BA1B2-B2EF-491B-A4A2-39B06BBCAFF2}" type="slidenum">
              <a:rPr lang="en" sz="600" b="0" u="none" strike="noStrike">
                <a:solidFill>
                  <a:srgbClr val="000000"/>
                </a:solidFill>
                <a:effectLst/>
                <a:uFillTx/>
                <a:latin typeface="Overpass SemiBold"/>
                <a:ea typeface="Overpass SemiBold"/>
              </a:rPr>
              <a:t>&lt;number&gt;</a:t>
            </a:fld>
            <a:endParaRPr lang="en-US" sz="6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562760" y="1307880"/>
            <a:ext cx="5989680" cy="119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lang="en" sz="3500" b="0" u="none" strike="noStrike">
                <a:solidFill>
                  <a:schemeClr val="lt1"/>
                </a:solidFill>
                <a:effectLst/>
                <a:uFillTx/>
                <a:latin typeface="Overpass Light"/>
                <a:ea typeface="Overpass Light"/>
              </a:rPr>
              <a:t>xxxxxxx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62760" y="2641320"/>
            <a:ext cx="5649120" cy="68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1800" b="0" u="none" strike="noStrike">
                <a:solidFill>
                  <a:schemeClr val="lt1"/>
                </a:solidFill>
                <a:effectLst/>
                <a:uFillTx/>
                <a:latin typeface="Overpass Light"/>
                <a:ea typeface="Overpass Light"/>
              </a:rPr>
              <a:t>xxxxxxxxxx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ubTitle"/>
          </p:nvPr>
        </p:nvSpPr>
        <p:spPr>
          <a:xfrm>
            <a:off x="1562760" y="3326400"/>
            <a:ext cx="1529640" cy="45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35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" sz="1000" b="0" u="none" strike="noStrike">
                <a:solidFill>
                  <a:schemeClr val="lt1"/>
                </a:solidFill>
                <a:effectLst/>
                <a:uFillTx/>
                <a:latin typeface="Overpass Light"/>
                <a:ea typeface="Overpass Light"/>
              </a:rPr>
              <a:t>Lauro Gomes</a:t>
            </a:r>
            <a:br>
              <a:rPr sz="1000"/>
            </a:br>
            <a:r>
              <a:rPr lang="en" sz="1000" b="0" u="none" strike="noStrike">
                <a:solidFill>
                  <a:schemeClr val="lt1"/>
                </a:solidFill>
                <a:effectLst/>
                <a:uFillTx/>
                <a:latin typeface="Overpass Light"/>
                <a:ea typeface="Overpass Light"/>
              </a:rPr>
              <a:t>Cloud Platform Architect</a:t>
            </a:r>
            <a:br>
              <a:rPr sz="1000"/>
            </a:br>
            <a:br>
              <a:rPr sz="1000"/>
            </a:br>
            <a:r>
              <a:rPr lang="en" sz="1000" b="0" u="none" strike="noStrike">
                <a:solidFill>
                  <a:schemeClr val="lt1"/>
                </a:solidFill>
                <a:effectLst/>
                <a:uFillTx/>
                <a:latin typeface="Overpass Light"/>
                <a:ea typeface="Overpass Light"/>
              </a:rPr>
              <a:t>Marcos Raposo</a:t>
            </a:r>
            <a:br>
              <a:rPr sz="1000"/>
            </a:br>
            <a:r>
              <a:rPr lang="en" sz="1000" b="0" u="none" strike="noStrike">
                <a:solidFill>
                  <a:schemeClr val="lt1"/>
                </a:solidFill>
                <a:effectLst/>
                <a:uFillTx/>
                <a:latin typeface="Overpass Light"/>
                <a:ea typeface="Overpass Light"/>
              </a:rPr>
              <a:t>Cloud Platform Engineer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50;p17"/>
          <p:cNvSpPr/>
          <p:nvPr/>
        </p:nvSpPr>
        <p:spPr>
          <a:xfrm>
            <a:off x="4454280" y="3430440"/>
            <a:ext cx="2757600" cy="61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" sz="2800" b="0" u="none" strike="noStrike">
                <a:solidFill>
                  <a:srgbClr val="ffffff"/>
                </a:solidFill>
                <a:effectLst/>
                <a:uFillTx/>
                <a:latin typeface="Lobster"/>
                <a:ea typeface="Lobster"/>
              </a:rPr>
              <a:t>xxxxx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562760" y="426600"/>
            <a:ext cx="3678120" cy="14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105000"/>
              </a:lnSpc>
              <a:buNone/>
              <a:tabLst>
                <a:tab algn="l" pos="0"/>
              </a:tabLst>
            </a:pPr>
            <a:r>
              <a:rPr lang="en" sz="5300" b="0" u="none" strike="noStrike">
                <a:solidFill>
                  <a:schemeClr val="lt1"/>
                </a:solidFill>
                <a:effectLst/>
                <a:uFillTx/>
                <a:latin typeface="Overpass Light"/>
                <a:ea typeface="Overpass Light"/>
              </a:rPr>
              <a:t>Thank you!</a:t>
            </a:r>
            <a:endParaRPr lang="en-US" sz="5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ubTitle"/>
          </p:nvPr>
        </p:nvSpPr>
        <p:spPr>
          <a:xfrm>
            <a:off x="1562760" y="2256480"/>
            <a:ext cx="3108960" cy="114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buNone/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xxxx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Red Hat widescreen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LibreOffice/25.8.7.3$Linux_X86_64 LibreOffice_project/580$Build-3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2026-09-02T14:46:16Z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